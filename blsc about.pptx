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900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909E5-90F0-422B-A80E-56603C6A1113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2D47A-F3B5-4FE3-9AB1-624543529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313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909E5-90F0-422B-A80E-56603C6A1113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2D47A-F3B5-4FE3-9AB1-624543529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474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909E5-90F0-422B-A80E-56603C6A1113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2D47A-F3B5-4FE3-9AB1-624543529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175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909E5-90F0-422B-A80E-56603C6A1113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2D47A-F3B5-4FE3-9AB1-624543529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387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909E5-90F0-422B-A80E-56603C6A1113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2D47A-F3B5-4FE3-9AB1-624543529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306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909E5-90F0-422B-A80E-56603C6A1113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2D47A-F3B5-4FE3-9AB1-624543529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448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909E5-90F0-422B-A80E-56603C6A1113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2D47A-F3B5-4FE3-9AB1-624543529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224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909E5-90F0-422B-A80E-56603C6A1113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2D47A-F3B5-4FE3-9AB1-624543529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388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909E5-90F0-422B-A80E-56603C6A1113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2D47A-F3B5-4FE3-9AB1-624543529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284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909E5-90F0-422B-A80E-56603C6A1113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2D47A-F3B5-4FE3-9AB1-624543529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350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909E5-90F0-422B-A80E-56603C6A1113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2D47A-F3B5-4FE3-9AB1-624543529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500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C909E5-90F0-422B-A80E-56603C6A1113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02D47A-F3B5-4FE3-9AB1-624543529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709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effectLst/>
              </a:rPr>
              <a:t>About </a:t>
            </a:r>
            <a:r>
              <a:rPr lang="en-US" b="1" dirty="0" err="1" smtClean="0">
                <a:effectLst/>
              </a:rPr>
              <a:t>Benayas</a:t>
            </a:r>
            <a:r>
              <a:rPr lang="en-US" b="1" dirty="0" smtClean="0">
                <a:effectLst/>
              </a:rPr>
              <a:t> </a:t>
            </a:r>
            <a:r>
              <a:rPr lang="en-US" b="1" dirty="0" err="1" smtClean="0">
                <a:effectLst/>
              </a:rPr>
              <a:t>Leulseged</a:t>
            </a:r>
            <a:r>
              <a:rPr lang="en-US" b="1" dirty="0" smtClean="0">
                <a:effectLst/>
              </a:rPr>
              <a:t> </a:t>
            </a:r>
            <a:r>
              <a:rPr lang="en-US" b="1" smtClean="0">
                <a:effectLst/>
              </a:rPr>
              <a:t>Software Community</a:t>
            </a:r>
            <a:r>
              <a:rPr lang="en-US" b="1" dirty="0" smtClean="0">
                <a:effectLst/>
              </a:rPr>
              <a:t/>
            </a:r>
            <a:br>
              <a:rPr lang="en-US" b="1" dirty="0" smtClean="0">
                <a:effectLst/>
              </a:rPr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971800"/>
          </a:xfrm>
        </p:spPr>
        <p:txBody>
          <a:bodyPr>
            <a:noAutofit/>
          </a:bodyPr>
          <a:lstStyle/>
          <a:p>
            <a:r>
              <a:rPr lang="en-US" sz="2100" b="0" dirty="0" smtClean="0">
                <a:effectLst/>
              </a:rPr>
              <a:t>Founded in 2026, BLSC  is a software developer company in Ethiopia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588144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About Benayas Leulseged Software Community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About Geez Security </dc:title>
  <dc:creator>user</dc:creator>
  <cp:lastModifiedBy>user</cp:lastModifiedBy>
  <cp:revision>3</cp:revision>
  <dcterms:created xsi:type="dcterms:W3CDTF">2025-12-20T17:13:33Z</dcterms:created>
  <dcterms:modified xsi:type="dcterms:W3CDTF">2025-12-20T17:45:45Z</dcterms:modified>
</cp:coreProperties>
</file>